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731520"/>
            <a:ext cx="3108960" cy="3108960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005840"/>
            <a:ext cx="2560320" cy="2560320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0876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7  ·  RUPEEZY AP PARTNER PROGRAM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picks up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— in your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partner's language.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voice-agent platform that calls inbound AP leads instantly,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9 Indian languages natively, handles the 5 core objections, and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conversation HOT / WARM / COLD for the human RM.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3203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4754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→ 40%+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49377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CONVERSION GOAL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14600" y="4754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14600" y="49377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54880" y="4754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49377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DIAL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95160" y="4754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95160" y="49377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SCORED + LOGGED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Inbound AP leads leak before a human can call them.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Rupeezy's AP partner program has a top-of-funnel problem: leads come in fast,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humans pick up the phone slowly — and when they do, half the time they don't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language with the partner. We're shipping the agent that closes both gaps.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06040" cy="219456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2606040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517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8580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 conversion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 under current human-only outreach. Most leads are talked to days late, if at all.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46120" y="2377440"/>
            <a:ext cx="2606040" cy="219456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2377440"/>
            <a:ext cx="2606040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6517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&lt;5min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347472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hot lead cools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7472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 on inbound finance leads. Human dialers can't beat this clock at scale.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2377440"/>
            <a:ext cx="2606040" cy="219456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35040" y="2377440"/>
            <a:ext cx="2606040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517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6263640" y="3794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partners speak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6364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· Hinglish · English · Tamil · Telugu · Marathi · Gujarati · Bengali · Punjabi.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 AP Voice Agent  ·  Theme 7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   ·   The Gap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pillars. One unfair advantage.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269748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20240"/>
            <a:ext cx="594360" cy="59436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0253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Auto-dial in seconds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lead lands in the admin → Twilio places the call before the partner closes the form. Batch-dialing fans out to 10+ leads at once.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2606040" cy="269748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920240"/>
            <a:ext cx="594360" cy="59436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002536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6052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 9 languages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Scribe v2 transcribes any of 9 Indian languages auto-detected. Kimi-K2.6 reasons in-language. Turbo TTS replies in matching voice.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1691640"/>
            <a:ext cx="2606040" cy="269748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920240"/>
            <a:ext cx="594360" cy="59436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02536"/>
            <a:ext cx="429768" cy="429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94944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&amp; summarised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6364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ends with a HOT / WARM / COLD score, an objection list, a next-action recommendation, and a full transcript — for the RM, not the agent.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1A2A4D"/>
          </a:solidFill>
          <a:ln/>
        </p:spPr>
      </p:sp>
      <p:sp>
        <p:nvSpPr>
          <p:cNvPr id="24" name="Text 19"/>
          <p:cNvSpPr/>
          <p:nvPr/>
        </p:nvSpPr>
        <p:spPr>
          <a:xfrm>
            <a:off x="59436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inbound lead gets a real conversation in the right language — before the competitor's WhatsApp arrives.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 AP Voice Agent  ·  Theme 7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   ·   The Answer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CSV upload to a scored conversation in one pass.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99616" cy="141732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499616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737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128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3230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form upload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→ SQLite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14884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39696" y="1554480"/>
            <a:ext cx="1499616" cy="141732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139696" y="1554480"/>
            <a:ext cx="1499616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764" y="17373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39696" y="22128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231136" y="243230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Programmable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via REST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148840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822192" y="1554480"/>
            <a:ext cx="1499616" cy="141732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822192" y="1554480"/>
            <a:ext cx="1499616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173736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22192" y="22128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913632" y="243230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 1.1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Twilio Media Stream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2148840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504688" y="1554480"/>
            <a:ext cx="1499616" cy="141732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504688" y="1554480"/>
            <a:ext cx="1499616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56" y="1737360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04688" y="22128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5596128" y="243230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Kimi-K2.6 vLLM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off (low-lat)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2148840"/>
            <a:ext cx="164592" cy="16459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187184" y="1554480"/>
            <a:ext cx="1499616" cy="141732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7187184" y="1554480"/>
            <a:ext cx="1499616" cy="4572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1252" y="1737360"/>
            <a:ext cx="411480" cy="4114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87184" y="22128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7278624" y="2432304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pass: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WARM / COLD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457200" y="3017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LIFECYCLE — recorded as events for the operations DAG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457200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32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457200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1463040" y="3438144"/>
            <a:ext cx="109728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Shape 27"/>
          <p:cNvSpPr/>
          <p:nvPr/>
        </p:nvSpPr>
        <p:spPr>
          <a:xfrm>
            <a:off x="1572768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32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1572768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dialing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2578608" y="3438144"/>
            <a:ext cx="109728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Shape 30"/>
          <p:cNvSpPr/>
          <p:nvPr/>
        </p:nvSpPr>
        <p:spPr>
          <a:xfrm>
            <a:off x="2688336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32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2688336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ringing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3694176" y="3438144"/>
            <a:ext cx="109728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Shape 33"/>
          <p:cNvSpPr/>
          <p:nvPr/>
        </p:nvSpPr>
        <p:spPr>
          <a:xfrm>
            <a:off x="3803904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32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3803904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4809744" y="3438144"/>
            <a:ext cx="109728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Shape 36"/>
          <p:cNvSpPr/>
          <p:nvPr/>
        </p:nvSpPr>
        <p:spPr>
          <a:xfrm>
            <a:off x="4919472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32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4919472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agent_spoke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5925312" y="3438144"/>
            <a:ext cx="109728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Shape 39"/>
          <p:cNvSpPr/>
          <p:nvPr/>
        </p:nvSpPr>
        <p:spPr>
          <a:xfrm>
            <a:off x="6035040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3203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6035040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user_spoke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7040880" y="3438144"/>
            <a:ext cx="109728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Shape 42"/>
          <p:cNvSpPr/>
          <p:nvPr/>
        </p:nvSpPr>
        <p:spPr>
          <a:xfrm>
            <a:off x="7150608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320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7150608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457200" y="3749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457200" y="3950208"/>
            <a:ext cx="1037844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457200" y="3950208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 1.1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1586484" y="3950208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1586484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Media Streams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3415284" y="3950208"/>
            <a:ext cx="571500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3415284" y="3950208"/>
            <a:ext cx="571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4078224" y="3950208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4078224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Scribe v2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5907024" y="3950208"/>
            <a:ext cx="1426464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5" name="Text 54"/>
          <p:cNvSpPr/>
          <p:nvPr/>
        </p:nvSpPr>
        <p:spPr>
          <a:xfrm>
            <a:off x="5907024" y="39502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Kimi-K2.6 (vLLM)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457200" y="4297680"/>
            <a:ext cx="1815084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457200" y="4297680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Turbo v2.5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2363724" y="429768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9" name="Text 58"/>
          <p:cNvSpPr/>
          <p:nvPr/>
        </p:nvSpPr>
        <p:spPr>
          <a:xfrm>
            <a:off x="2363724" y="4297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3415284" y="4297680"/>
            <a:ext cx="726948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3415284" y="4297680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72" name="Shape 61"/>
          <p:cNvSpPr/>
          <p:nvPr/>
        </p:nvSpPr>
        <p:spPr>
          <a:xfrm>
            <a:off x="4233672" y="4297680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3" name="Text 62"/>
          <p:cNvSpPr/>
          <p:nvPr/>
        </p:nvSpPr>
        <p:spPr>
          <a:xfrm>
            <a:off x="4233672" y="4297680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74" name="Shape 63"/>
          <p:cNvSpPr/>
          <p:nvPr/>
        </p:nvSpPr>
        <p:spPr>
          <a:xfrm>
            <a:off x="4974336" y="4297680"/>
            <a:ext cx="1815084" cy="274320"/>
          </a:xfrm>
          <a:prstGeom prst="roundRect">
            <a:avLst>
              <a:gd name="adj" fmla="val 20000"/>
            </a:avLst>
          </a:prstGeom>
          <a:solidFill>
            <a:srgbClr val="1A2A4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4974336" y="4297680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</a:t>
            </a:r>
            <a:endParaRPr lang="en-US" sz="900" dirty="0"/>
          </a:p>
        </p:txBody>
      </p:sp>
      <p:sp>
        <p:nvSpPr>
          <p:cNvPr id="76" name="Text 6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 AP Voice Agent  ·  Theme 7</a:t>
            </a:r>
            <a:endParaRPr lang="en-US" sz="900" dirty="0"/>
          </a:p>
        </p:txBody>
      </p:sp>
      <p:sp>
        <p:nvSpPr>
          <p:cNvPr id="77" name="Text 66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   ·   How It Works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SHIPPED — MVP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ops console the RM team can actually run 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834640" cy="100584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655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operations DAG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202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funnel + per-call mini-DAGs. Drop-off branches surface failed dials in real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83280" y="1508760"/>
            <a:ext cx="2834640" cy="100584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50876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7099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655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review with waveform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77640" y="19202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WaveSurfer.js audio scrubbing, full transcript, stage timeline, AI summary side-by-side.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2606040"/>
            <a:ext cx="2834640" cy="100584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60604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072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752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lead upload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51560" y="3017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import, voice picker per lead, RM notes flowing straight into the system prompt.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383280" y="2606040"/>
            <a:ext cx="2834640" cy="100584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383280" y="260604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2807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77640" y="2752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Per-lead voice + persona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977640" y="3017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10-voice ElevenLabs catalogue. Agent name, brand, pronouns all set via .env.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57200" y="3703320"/>
            <a:ext cx="2834640" cy="100584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" y="370332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044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849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51560" y="41148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views: stage funnel, calls/day, score split. Refresh-driven, no extra cron.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383280" y="3703320"/>
            <a:ext cx="2834640" cy="100584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83280" y="370332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390448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977640" y="3849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admin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977640" y="41148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predefined operator from .env, HS256-signed sessions, 401 auto-redirects to login.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400800" y="1508760"/>
            <a:ext cx="2286000" cy="3200400"/>
          </a:xfrm>
          <a:prstGeom prst="rect">
            <a:avLst/>
          </a:prstGeom>
          <a:solidFill>
            <a:srgbClr val="1A2A4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583680" y="1673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NOW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58368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terminals.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commands.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6583680" y="288036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api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Pipecat /ws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ngrok http 8000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WS for Twilio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admin :3000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 AP Voice Agent  ·  Theme 7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   ·   What's Shipped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9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hackathon MVP to revenue infrastructure.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57600" cy="3017520"/>
          </a:xfrm>
          <a:prstGeom prst="rect">
            <a:avLst/>
          </a:prstGeom>
          <a:solidFill>
            <a:srgbClr val="1320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4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5420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0280" y="2240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partner conversion rate target.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zero-latency dialing, native-language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rapport, and a scoring layer the RM trusts.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554480"/>
            <a:ext cx="4251960" cy="475488"/>
          </a:xfrm>
          <a:prstGeom prst="rect">
            <a:avLst/>
          </a:prstGeom>
          <a:solidFill>
            <a:srgbClr val="1320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664208"/>
            <a:ext cx="310896" cy="310896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0992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follow-up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the call summary + brochure in the partner's language seconds after hang-up.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34840" y="2103120"/>
            <a:ext cx="4251960" cy="475488"/>
          </a:xfrm>
          <a:prstGeom prst="rect">
            <a:avLst/>
          </a:prstGeom>
          <a:solidFill>
            <a:srgbClr val="1320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26280" y="2212848"/>
            <a:ext cx="310896" cy="310896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856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3776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supervisor barge-in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93776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can take over the call mid-flight when the agent flags a HOT signal.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434840" y="2651760"/>
            <a:ext cx="4251960" cy="475488"/>
          </a:xfrm>
          <a:prstGeom prst="rect">
            <a:avLst/>
          </a:prstGeom>
          <a:solidFill>
            <a:srgbClr val="1320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26280" y="2761488"/>
            <a:ext cx="310896" cy="310896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07208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3776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per RM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93776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RM can train a 30-second clone so reassigned calls feel continuous.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434840" y="3200400"/>
            <a:ext cx="4251960" cy="475488"/>
          </a:xfrm>
          <a:prstGeom prst="rect">
            <a:avLst/>
          </a:prstGeom>
          <a:solidFill>
            <a:srgbClr val="1320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26280" y="3310128"/>
            <a:ext cx="310896" cy="310896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355848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Salesforce sync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93776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 of leads, transcripts, and scores. No more spreadsheet exports.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434840" y="3749040"/>
            <a:ext cx="4251960" cy="475488"/>
          </a:xfrm>
          <a:prstGeom prst="rect">
            <a:avLst/>
          </a:prstGeom>
          <a:solidFill>
            <a:srgbClr val="1320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526280" y="3858768"/>
            <a:ext cx="310896" cy="310896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904488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3776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for adjacent programs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93776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for any inbound-heavy partner pipeline — insurance, lending, B2B SaaS.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a hackathon. </a:t>
            </a:r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ship.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 AP Voice Agent  ·  Theme 7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943600" y="4846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   ·   What's Next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Rupeezy AP Voice Agent — Theme 7</dc:title>
  <dc:subject>PptxGenJS Presentation</dc:subject>
  <dc:creator>Voice Agents Team</dc:creator>
  <cp:lastModifiedBy>Voice Agents Team</cp:lastModifiedBy>
  <cp:revision>1</cp:revision>
  <dcterms:created xsi:type="dcterms:W3CDTF">2026-05-07T16:28:05Z</dcterms:created>
  <dcterms:modified xsi:type="dcterms:W3CDTF">2026-05-07T16:28:05Z</dcterms:modified>
</cp:coreProperties>
</file>